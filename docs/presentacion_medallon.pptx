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min: promesa de valor, no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min: dolor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min: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min: taxonomía.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min: código estrella.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min: código fechas/moneda.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min: código Plata.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min: código 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min: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min: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  Churn Telecom — Arquitectura Medallón en dbt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De 12 fuentes Airbyte sucias a decisión: tasa de churn, ofertas contrato, fricción, ROI campaña y dataset ML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Snowflake: DBT_STAGING (view) → DBT_INTERMEDIATE (view) → DBT_MARTS (table / incremental) → PowerBI / ML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Equipo BI · 12 min · Detalle: docs/informe_arquitectura_medallion.md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dbt_managment · Snowflake + Airbyte + dbt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  Problema: 12 fuentes sin KPI único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CRM, contratos, facturación, pagos, consumo, red, soporte, marketing, churn, macro, metas, xref — cada una con su formato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Duplicados Airbyte, 0/1/NULL mezclados, fechas texto, moneda 'BOB 1,200', PII en claro, meses '2024-13'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Preguntas R1-R5 sin respuesta: ¿quién se va en 90 días? ¿a quién migrar? ¿qué campaña retiene?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sources.yml: raw_churn · AIRBYTE_DATABASE.AIRBYTE_SCHEMA · freshness 24h / 45d / 7d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  Mapa Medallón: qué pusimos en cada capa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BRONCE models/churn/01_staging/ — view 1:1, depuración ligera T1-T23 (no inventa negocio)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PLATA models/churn/02_intermediate/ — view: 11 int_*_clean (DQ) + 5 int_r* (cliente-mes, cohortes, ML)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ORO models/churn/03_marts/ — 8 dims table + 11 facts incremental merge + 5 marts R1-R5 listos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E6CF"/>
                </a:solidFill>
                <a:latin typeface="Consolas"/>
              </a:defRPr>
            </a:pPr>
            <a:r>
              <a:t>RAW → stg_* → int_*_clean → dim_*/fact_* → mart_r*   |   macro generate_schema_name fija DBT_STAGING/INTERMEDIATE/MARTS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Informe §1 diagrama Mermaid · dbt_project.yml:38-44 · macros/generate_schema_name.sql:1-3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  Bronce: 23 tratamientos (resumen)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T1 dedup row_number | T2 PK nullif | T3 dominio (edad, churn 0/1, montos≥0) | T5 CDC _ab_cdc_deleted_at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T6 UPPER + T8 trim (joins) | T10 coalesce→0 + T11 greatest anti-negativos | T12/T13 booleanización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T14 try_to_timestamp + T16 regex mes + T17 regexp_replace moneda + T18 year_month + T20 sha2 PII + T22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Informe §3.1 tabla T1-T23 con porqué · Todos con archivo:línea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  Bronce código I — dedup + texto + PII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Para: Airbyte duplica y mezcla casos; sin esto COUNT DISTINCT inflado y joins rotos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Antes: 'C001 ' vs 'C001', 'femenino ' vs 'FEMALE', msisdn en claro → Después: PK limpia, UPPER,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E6CF"/>
                </a:solidFill>
                <a:latin typeface="Consolas"/>
              </a:defRPr>
            </a:pPr>
            <a:r>
              <a:t>stg_crm_customers.sql:8-13</a:t>
            </a:r>
            <a:br/>
            <a:r>
              <a:t>where nullif(trim(customer_id),'') is not null and age between 18 and 120</a:t>
            </a:r>
            <a:br/>
            <a:r>
              <a:t>qualify row_number() over (partition by trim(customer_id)</a:t>
            </a:r>
            <a:br/>
            <a:r>
              <a:t>  order by _airbyte_extracted_at desc, _airbyte_generation_id desc) = 1</a:t>
            </a:r>
            <a:br/>
            <a:r>
              <a:t>stg_crm_customers.sql:17-19</a:t>
            </a:r>
            <a:br/>
            <a:r>
              <a:t>sha2(coalesce(msisdn,''),256) as msisdn_hash</a:t>
            </a:r>
            <a:br/>
            <a:r>
              <a:t>upper(trim(gender)) as gender  |  initcap(trim(city)) as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stg_crm_customers.sql:8-13,17-29 · stg_subscriptions_contracts.sql:27-36 iff(...=1) has_*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 Bronce código II — fechas + moneda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Para: un 'N/A' o 'BOB 1,200' con CAST tumba las 12 views; se tolera con try_to_*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Wrapping to_varchar soporta resolved_at DATE o VARCHAR según extracción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E6CF"/>
                </a:solidFill>
                <a:latin typeface="Consolas"/>
              </a:defRPr>
            </a:pPr>
            <a:r>
              <a:t>stg_network_quality.sql:10,23</a:t>
            </a:r>
            <a:br/>
            <a:r>
              <a:t>try_to_timestamp_ntz(timestamp) as event_timestamp</a:t>
            </a:r>
            <a:br/>
            <a:r>
              <a:t>from deduplicated where try_to_timestamp_ntz(timestamp) is not null</a:t>
            </a:r>
            <a:br/>
            <a:r>
              <a:t>stg_support_tickets.sql:12,16</a:t>
            </a:r>
            <a:br/>
            <a:r>
              <a:t>try_to_timestamp_ntz(to_varchar(resolved_at)) as resolved_at</a:t>
            </a:r>
            <a:br/>
            <a:r>
              <a:t>greatest(coalesce(try_to_number(to_varchar(resolution_minutes)),0),0)</a:t>
            </a:r>
            <a:br/>
            <a:r>
              <a:t>stg_metas_...sql:20 — try_to_decimal(regexp_replace(arpu_target_bob,'[^0-9.-]',''),18,2)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stg_network_quality.sql:5-23 · stg_support_tickets.sql:11-20 · stg_metas:20-27 · stg_macro:8,16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 Plata código — de consultable a confiable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Bilingüe + recálculo + DQ flags: lo que Bronce no debe inventar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Para: factura cruda no cuadra; género en 3 idiomas; futuros contaminan tenure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E6CF"/>
                </a:solidFill>
                <a:latin typeface="Consolas"/>
              </a:defRPr>
            </a:pPr>
            <a:r>
              <a:t>int_customer_clean.sql:8-13</a:t>
            </a:r>
            <a:br/>
            <a:r>
              <a:t>when upper(trim(gender)) in ('M','MALE','MASCULINO','HOMBRE') then 'MALE'</a:t>
            </a:r>
            <a:br/>
            <a:r>
              <a:t>int_billing_clean.sql:48-52,74</a:t>
            </a:r>
            <a:br/>
            <a:r>
              <a:t>total_recalculated = base+service+equipment+extra+tax-discount</a:t>
            </a:r>
            <a:br/>
            <a:r>
              <a:t>amount_variance = total_source - recalculated  |  dq_total_match</a:t>
            </a:r>
            <a:br/>
            <a:r>
              <a:t>where age between 18 and 120 and registration_date &lt;= current_date()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int_customer_clean.sql:8-91 · int_billing_clean.sql:34-91 · schema.yml:60-113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  Oro código — estrella + incremental + anti-leakage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Surrogate keys estabilizan PowerBI; merge abarata Snowflake ×10; label sin fuga para ML honesto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Friction: cliente-mes con 5 CTEs GROUP BY + spine 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E6CF"/>
                </a:solidFill>
                <a:latin typeface="Consolas"/>
              </a:defRPr>
            </a:pPr>
            <a:r>
              <a:t>dim_customer.sql:2 — generate_surrogate_key(['customer_id']) as customer_key</a:t>
            </a:r>
            <a:br/>
            <a:r>
              <a:t>fact_billing.sql:39-47 — where source_extracted_at &gt; (select max(...) from this)</a:t>
            </a:r>
            <a:br/>
            <a:r>
              <a:t>int_r5_ml_features.sql:33-37 — label_churn_next_90d = IFF(churn_date&gt;obs AND &lt;=obs+90d)</a:t>
            </a:r>
            <a:br/>
            <a:r>
              <a:t>int_r3_friction_monthly.sql:4-8 — GROUP BY customer_id, DATE_TRUNC('month',issue_date)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macros/churn_utils.sql:1-3 abs(hash(...)) · fact_billing.sql:1-47 · int_r5:11-40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9  Valor: 5 marts responden dinero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R1 mart_r1_churn_early → churn_rate_pct por región/segmento (dónde sangramos 12m)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R2 mart_r2_contract_opportunity → OFFER_TWO_YEAR/ONE_YEAR/NURTURE (a quién migrar)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R3 mart_r3_friction → friction_score billing+cobranza+red+soporte · R4 mart_r4_campaigns → acceptance/retention_90/net_value · R5 mart_r5_crispdm_dataset → quién se va en 90d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03_marts/ 5 marts table · PowerBI directo · ML sin PII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  Cierre: veredicto + roadmap +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Veredicto: bien — Bronce-formato / Silver-negocio es el reparto correcto (7/10 → 10/10 con fix)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Deuda honesta: R1-R4 leen stg_* (migrar a int_*_clean) · 2 where Bronce dropean (pasar a flag Silver)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Demo: dbt build --select staging intermediate marts &amp;&amp; dbt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0B8C8"/>
                </a:solidFill>
              </a:defRPr>
            </a:pPr>
            <a:r>
              <a:t>Informe §7 veredicto · Anexo archivo:línea ·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